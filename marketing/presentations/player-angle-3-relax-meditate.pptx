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sebattles_relax_meditate_theme_17721732363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858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VerseBattles: Verse of the Day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Moment of Peace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is busy. Your faith shouldn't suffer.</a:t>
            </a:r>
          </a:p>
          <a:p>
            <a:r>
              <a:t>Between work, family, and everything else:</a:t>
            </a:r>
          </a:p>
          <a:p>
            <a:r>
              <a:t>- 😔 Bible reading gets skipped</a:t>
            </a:r>
          </a:p>
          <a:p>
            <a:r>
              <a:t>- 🙏 Prayer time feels rushed</a:t>
            </a:r>
          </a:p>
          <a:p>
            <a:r>
              <a:t>- 📖 Verses fade from memory</a:t>
            </a:r>
          </a:p>
          <a:p>
            <a:r>
              <a:t>What if you had a simple way to meditate on God's Word every day?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Daily Verse, Beautifully Presented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Every day brings a new verse to:</a:t>
            </a:r>
          </a:p>
          <a:p>
            <a:r>
              <a:t>- 📖 Read</a:t>
            </a:r>
          </a:p>
          <a:p>
            <a:r>
              <a:t>- 🎧 Hear</a:t>
            </a:r>
          </a:p>
          <a:p>
            <a:r>
              <a:t>- 🧠 Memorize</a:t>
            </a:r>
          </a:p>
          <a:p>
            <a:r>
              <a:t>- 🙏 Meditate on</a:t>
            </a:r>
          </a:p>
        </p:txBody>
      </p:sp>
      <p:pic>
        <p:nvPicPr>
          <p:cNvPr id="4" name="Picture 3" descr="gameplay_action_1772171657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1837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Daily Verse, Beautifully Presented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🤲 Apply to your 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🎧 Automatic Audio Playback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 on, tune in, and soak in Scripture</a:t>
            </a:r>
          </a:p>
          <a:p>
            <a:r>
              <a:t>- ▶️ One-tap play</a:t>
            </a:r>
          </a:p>
          <a:p>
            <a:r>
              <a:t>- 🔄 Loop or single play</a:t>
            </a:r>
          </a:p>
          <a:p>
            <a:r>
              <a:t>- 📻 Background audio while you do other things</a:t>
            </a:r>
          </a:p>
          <a:p>
            <a:r>
              <a:t>- 🏃‍♂️ Perfect for:</a:t>
            </a:r>
          </a:p>
          <a:p>
            <a:r>
              <a:t>- Morning commute</a:t>
            </a:r>
          </a:p>
          <a:p>
            <a:r>
              <a:t>- Exercise/runs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🎧 Automatic Audio Playback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Falling asleep</a:t>
            </a:r>
          </a:p>
          <a:p>
            <a:r>
              <a:t>- Working from home</a:t>
            </a:r>
          </a:p>
          <a:p>
            <a:r>
              <a:t>Hear God's Word with your ears, not just your eyes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🎚️ Adjust to Your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Easy</a:t>
            </a:r>
          </a:p>
          <a:p>
            <a:r>
              <a:t>- Full verse displayed</a:t>
            </a:r>
          </a:p>
          <a:p>
            <a:r>
              <a:t>- Read along with audio</a:t>
            </a:r>
          </a:p>
          <a:p>
            <a:r>
              <a:t>Increase Challenge</a:t>
            </a:r>
          </a:p>
          <a:p>
            <a:r>
              <a:t>- Gradually hide words</a:t>
            </a:r>
          </a:p>
          <a:p>
            <a:r>
              <a:t>- Fill in blanks</a:t>
            </a:r>
          </a:p>
          <a:p>
            <a:r>
              <a:t>- Test your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🎚️ Adjust to Your Level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at YOUR pace. No pressure.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Personalized Sermons for EVERY 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each of 1600+ verses, you get:</a:t>
            </a:r>
          </a:p>
          <a:p>
            <a:r>
              <a:t>- 🤖 AI-generated devotional content</a:t>
            </a:r>
          </a:p>
          <a:p>
            <a:r>
              <a:t>- 📖 Verse context and background</a:t>
            </a:r>
          </a:p>
          <a:p>
            <a:r>
              <a:t>- 🙏 Prayer application</a:t>
            </a:r>
          </a:p>
          <a:p>
            <a:r>
              <a:t>- 💡 Spiritual insights</a:t>
            </a:r>
          </a:p>
          <a:p>
            <a:r>
              <a:t>It's like having a pastor in your pocket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🔥 Daily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⏰ Get a new verse every day</a:t>
            </a:r>
          </a:p>
          <a:p>
            <a:r>
              <a:t>- 📅 Don't break the chain</a:t>
            </a:r>
          </a:p>
          <a:p>
            <a:r>
              <a:t>- 🏆 Earn streak badges</a:t>
            </a:r>
          </a:p>
          <a:p>
            <a:r>
              <a:t>- 🎁 Bonus rewards for consistency</a:t>
            </a:r>
          </a:p>
          <a:p>
            <a:r>
              <a:t>Make Scripture meditation a daily habit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Spiritual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✅ Reduces stress</a:t>
            </a:r>
          </a:p>
          <a:p>
            <a:r>
              <a:t>- ✅ Improves focus</a:t>
            </a:r>
          </a:p>
          <a:p>
            <a:r>
              <a:t>- ✅ Builds memory</a:t>
            </a:r>
          </a:p>
          <a:p>
            <a:r>
              <a:t>- ✅ Creates emotional resilience</a:t>
            </a:r>
          </a:p>
          <a:p>
            <a:r>
              <a:t>- ✅ Transforms thinking</a:t>
            </a:r>
          </a:p>
          <a:p>
            <a:r>
              <a:t>- ✅ Strengthens faith</a:t>
            </a:r>
          </a:p>
          <a:p>
            <a:r>
              <a:t>- ✅ Guides 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Spiritual Benefits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✅ Deepens relationship with God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⏰ Anytime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your day with God's Word</a:t>
            </a:r>
          </a:p>
          <a:p>
            <a:r>
              <a:t>Take a faith break</a:t>
            </a:r>
          </a:p>
          <a:p>
            <a:r>
              <a:t>Wind down with meditation</a:t>
            </a:r>
          </a:p>
          <a:p>
            <a:r>
              <a:t>Just 5 minutes makes a difference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VOTD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 Versebattles.com</a:t>
            </a:r>
          </a:p>
          <a:p>
            <a:r>
              <a:t>2. Click "Verse of the Day"</a:t>
            </a:r>
          </a:p>
          <a:p>
            <a:r>
              <a:t>3. Play the verse audio</a:t>
            </a:r>
          </a:p>
          <a:p>
            <a:r>
              <a:t>4. Read the devotional</a:t>
            </a:r>
          </a:p>
          <a:p>
            <a:r>
              <a:t>5. Hide words to test yourself</a:t>
            </a:r>
          </a:p>
          <a:p>
            <a:r>
              <a:t>6. Return tomorrow for a new verse</a:t>
            </a:r>
          </a:p>
          <a:p>
            <a:r>
              <a:t>It's that simple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login required. Just start meditating.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🧘 Start your meditation practice today at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&gt; "Let the word of Christ dwell in you richly..."</a:t>
            </a:r>
          </a:p>
          <a:p>
            <a:r>
              <a:t>&gt; — Colossians 3:16</a:t>
            </a:r>
          </a:p>
          <a:p>
            <a:r>
              <a:t>One verse a day. A lifetime of wisdom.</a:t>
            </a:r>
          </a:p>
        </p:txBody>
      </p:sp>
      <p:pic>
        <p:nvPicPr>
          <p:cNvPr id="4" name="Picture 3" descr="landing_page_177217119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1837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