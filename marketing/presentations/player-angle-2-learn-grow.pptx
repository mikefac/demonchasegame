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rsebattles_learn_grow_theme_17721732217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858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</a:defRPr>
            </a:pPr>
            <a:r>
              <a:t>VerseBattles: Demon Chase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Memory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many Bible verses do you know?</a:t>
            </a:r>
          </a:p>
          <a:p>
            <a:r>
              <a:t>Most Christians struggle with Scripture memory:</a:t>
            </a:r>
          </a:p>
          <a:p>
            <a:r>
              <a:t>- 📖 Passive reading doesn't stick</a:t>
            </a:r>
          </a:p>
          <a:p>
            <a:r>
              <a:t>- 😫 Memorization feels like a chore</a:t>
            </a:r>
          </a:p>
          <a:p>
            <a:r>
              <a:t>- 🧠 Forgetting happens within days</a:t>
            </a:r>
          </a:p>
          <a:p>
            <a:r>
              <a:t>What if learning verses was actually fun?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Recall = Better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Each time you play, you actively recall verse content:</a:t>
            </a:r>
          </a:p>
          <a:p>
            <a:r>
              <a:t>🎯 First Letter Mode</a:t>
            </a:r>
          </a:p>
          <a:p>
            <a:r>
              <a:t>"The Lord is my ; I shall not be in want."</a:t>
            </a:r>
          </a:p>
          <a:p>
            <a:r>
              <a:t>→ Answer: "shepherd"</a:t>
            </a:r>
          </a:p>
          <a:p>
            <a:r>
              <a:t>✍️ Missing Word Mode</a:t>
            </a:r>
          </a:p>
        </p:txBody>
      </p:sp>
      <p:pic>
        <p:nvPicPr>
          <p:cNvPr id="4" name="Picture 3" descr="quiz_mode_icons_set_1772179419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Recall = Better Memory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"God so loved the world that He gave His  Son..."</a:t>
            </a:r>
          </a:p>
          <a:p>
            <a:r>
              <a:t>→ Answer: "only-begotten"</a:t>
            </a:r>
          </a:p>
          <a:p>
            <a:r>
              <a:t>✅ True/False Mode</a:t>
            </a:r>
          </a:p>
          <a:p>
            <a:r>
              <a:t>"John 3:16 says 'For God so loved the world...'"</a:t>
            </a:r>
          </a:p>
          <a:p>
            <a:r>
              <a:t>→ Answer: True or False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Recall = Better Memory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more you play, the more you remember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Includes: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📜 All 66 books of the Bible</a:t>
            </a:r>
          </a:p>
          <a:p>
            <a:r>
              <a:t>- ⭐ Popular verses - John 3:16, Psalm 23, Romans 8:28</a:t>
            </a:r>
          </a:p>
          <a:p>
            <a:r>
              <a:t>- 🔥 Deep cuts - lesser-known verses waiting to be discovered</a:t>
            </a:r>
          </a:p>
          <a:p>
            <a:r>
              <a:t>- 🏷️ Categorized - Love, Faith, Peace, Wisdom, and more</a:t>
            </a:r>
          </a:p>
          <a:p>
            <a:r>
              <a:t>New verses added regularly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Begin with easier quiz modes:</a:t>
            </a:r>
          </a:p>
          <a:p>
            <a:r>
              <a:t>- ✅ True/False easiest</a:t>
            </a:r>
          </a:p>
          <a:p>
            <a:r>
              <a:t>- ✅ Category Match</a:t>
            </a:r>
          </a:p>
          <a:p>
            <a:r>
              <a:t>As you improve, tackle harder challenges:</a:t>
            </a:r>
          </a:p>
          <a:p>
            <a:r>
              <a:t>- 📝 Missing Word</a:t>
            </a:r>
          </a:p>
        </p:txBody>
      </p:sp>
      <p:pic>
        <p:nvPicPr>
          <p:cNvPr id="4" name="Picture 3" descr="quiz_mode_icons_set_1772179419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Up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🔤 First Letter</a:t>
            </a:r>
          </a:p>
          <a:p>
            <a:r>
              <a:t>- 🎯 Cloze</a:t>
            </a:r>
          </a:p>
          <a:p>
            <a:r>
              <a:t>The game adapts to your skill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 One Verse Per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Audio Playback</a:t>
            </a:r>
          </a:p>
          <a:p>
            <a:r>
              <a:t>- Hear the verse read aloud</a:t>
            </a:r>
          </a:p>
          <a:p>
            <a:r>
              <a:t>- Repeat until it sinks in</a:t>
            </a:r>
          </a:p>
          <a:p>
            <a:r>
              <a:t>- Great for commute, exercise, or relaxation</a:t>
            </a:r>
          </a:p>
          <a:p>
            <a:r>
              <a:t>Progressive Hiding</a:t>
            </a:r>
          </a:p>
          <a:p>
            <a:r>
              <a:t>- Start with full verse visible</a:t>
            </a:r>
          </a:p>
          <a:p>
            <a:r>
              <a:t>- Gradually hide words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 One Verse Per Day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Test yourself when ready</a:t>
            </a:r>
          </a:p>
          <a:p>
            <a:r>
              <a:t>AI Devotionals</a:t>
            </a:r>
          </a:p>
          <a:p>
            <a:r>
              <a:t>- Get a personalized sermon for each verse</a:t>
            </a:r>
          </a:p>
          <a:p>
            <a:r>
              <a:t>- Understand the context and application</a:t>
            </a:r>
          </a:p>
          <a:p>
            <a:r>
              <a:t>- Grow in faith while you learn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Spaced Repetition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✅ Verses learned</a:t>
            </a:r>
          </a:p>
          <a:p>
            <a:r>
              <a:t>- ⭐ Star ratings per mission</a:t>
            </a:r>
          </a:p>
          <a:p>
            <a:r>
              <a:t>- 📈 Learning streak</a:t>
            </a:r>
          </a:p>
          <a:p>
            <a:r>
              <a:t>- 🏆 Achievements</a:t>
            </a:r>
          </a:p>
          <a:p>
            <a:r>
              <a:t>- Revisit verses you've played</a:t>
            </a:r>
          </a:p>
          <a:p>
            <a:r>
              <a:t>- Build long-term retention</a:t>
            </a:r>
          </a:p>
          <a:p>
            <a:r>
              <a:t>- Don't let memories fade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📖 Adults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Colorful graphics</a:t>
            </a:r>
          </a:p>
          <a:p>
            <a:r>
              <a:t>- Simple controls</a:t>
            </a:r>
          </a:p>
          <a:p>
            <a:r>
              <a:t>- Build foundation early</a:t>
            </a:r>
          </a:p>
          <a:p>
            <a:r>
              <a:t>- Play together</a:t>
            </a:r>
          </a:p>
          <a:p>
            <a:r>
              <a:t>- Compete on leaderboards</a:t>
            </a:r>
          </a:p>
          <a:p>
            <a:r>
              <a:t>- Make Scripture a family value</a:t>
            </a:r>
          </a:p>
          <a:p>
            <a:r>
              <a:t>- Discipleship tool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📖 Adults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Supplement your devotions</a:t>
            </a:r>
          </a:p>
          <a:p>
            <a:r>
              <a:t>- Fill in gaps from Sunday school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Emotional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Levels, achievements, and rewards make memorization addictive</a:t>
            </a:r>
          </a:p>
          <a:p>
            <a:r>
              <a:t>Verses linked to gameplay = deeper understanding</a:t>
            </a:r>
          </a:p>
          <a:p>
            <a:r>
              <a:t>Multiple quiz types = repeated exposure</a:t>
            </a:r>
          </a:p>
          <a:p>
            <a:r>
              <a:t>Fighting demons creates investment in learning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Versebattles.com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signup required. Just play</a:t>
            </a:r>
          </a:p>
          <a:p>
            <a:r>
              <a:t>Free. Fun. Faith-Building.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🎮 Play now at Versebattles.com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&gt; "I have stored up Your word in my heart, that I might not sin against You."</a:t>
            </a:r>
          </a:p>
          <a:p>
            <a:r>
              <a:t>&gt; — Psalm 119:11</a:t>
            </a:r>
          </a:p>
          <a:p>
            <a:r>
              <a:t>Every correct answer is one more verse hidden in your heart.</a:t>
            </a:r>
          </a:p>
        </p:txBody>
      </p:sp>
      <p:pic>
        <p:nvPicPr>
          <p:cNvPr id="4" name="Picture 3" descr="landing_page_1772171194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1837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