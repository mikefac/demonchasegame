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53F"/>
          </a:solidFill>
          <a:ln w="12700">
            <a:solidFill>
              <a:srgbClr val="1025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Future Scripture Review System Worth Piloting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proposal for learner retention, ministry follow-through, and measurable discipleship progress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0" y="100584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EEF5EC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152144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7072" y="1536192"/>
            <a:ext cx="259689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 commitment to build immediately. It is a concrete future feature concept that needs partner buy-in before serious investment.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DCGame / VerseBattles concept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players can enjoy a session without ever building a sustainable habit of remembering the verses later.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589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exciting session does not guarantee long-term recall.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Ministry leaders need more than playtime. They need evidence of actual retention.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review timing, the game can teach a verse once and then lose the learner at the point memory starts fading.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follow-up hard for parents, youth pastors, schools, and discipleship groups.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366760" y="160020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FF7E8"/>
          </a:solidFill>
          <a:ln w="12700">
            <a:solidFill>
              <a:srgbClr val="D8A2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1352" y="1746504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31352" y="2130552"/>
            <a:ext cx="241401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issue is not just engagement. The issue is whether engagement turns into memory and discipleship.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Scripture retention matters, review timing matters.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Proposed Future Feature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per-user review system that knows which verses are due and guides learners back at the right time.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498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verse progress per learner, not just per device.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verses for review based on actual learning history.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what is due now instead of making learners guess what to revisit.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missions, Learn mode, and follow-up review into one loop.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75320" y="146304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DC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9912" y="1609344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Design Choice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39912" y="1993392"/>
            <a:ext cx="2551176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should be built only if it serves real ministry use. It is a strategic system, not a cosmetic feature.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is valuable because it can turn isolated wins into ongoing formation.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Would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should be obvious to the player, not hidden in backend data.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55448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53F"/>
                </a:solidFill>
              </a:rPr>
              <a:t>1. Learn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</a:rPr>
              <a:t>A mission or review session teaches a verse with context and repetition.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53F"/>
                </a:solidFill>
              </a:rPr>
              <a:t>2. Return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</a:rPr>
              <a:t>The game shows what is due today, so the next step is clear.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53F"/>
                </a:solidFill>
              </a:rPr>
              <a:t>3. Retain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22402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6"/>
                </a:solidFill>
              </a:rPr>
              <a:t>Repeated review strengthens recall and gives the learner a visible sense of growth.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is not more complexity. The point is a clearer and more fruitful learning loop.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Ministries May Care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serious review system can create ministry value beyond entertainment.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Gives leaders a stronger story: not just players who tried the game, but learners who kept returning to God’s Word.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follow-up easier for youth ministries, camps, schools, and parents.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room for structured pilots, church cohorts, and discipleship challenges.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the credibility of the platform as a Scripture formation tool.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EEF5EC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94192" y="1563624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Ministry Outcome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94192" y="1947672"/>
            <a:ext cx="2596896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could eventually ask, “What verses are my students actually retaining?” instead of “Did they play it once?”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the feature becomes more than a gameplay enhancement.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Should Not Build It Casually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meaningful system, not a quick win.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406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needs user-specific progress tracking, not shared device state.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touches learning logic, review flows, and eventually server sync.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be measured against real ministry usage, not just internal enthusiasm.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deserves buy-in before significant engineering time is committed.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83880" y="1508760"/>
            <a:ext cx="2971800" cy="2377440"/>
          </a:xfrm>
          <a:prstGeom prst="roundRect">
            <a:avLst>
              <a:gd name="adj" fmla="val 3077"/>
            </a:avLst>
          </a:prstGeom>
          <a:solidFill>
            <a:srgbClr val="FBECEC"/>
          </a:solidFill>
          <a:ln w="12700">
            <a:solidFill>
              <a:srgbClr val="8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8472" y="1655064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C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Principle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48472" y="2039112"/>
            <a:ext cx="2642616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treat this as a small feature request. Treat it as a product capability that should earn its place.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case is strong. The implementation cost is real. Both should be stated plainly.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Partner Buy-In Could Fund Or Validate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 is not only money. It can also be pilot participation, feedback time, and testing commitment.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589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with real ministries and educators to confirm the workflow is genuinely useful.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pilot phase with actual learners to see whether due-based review improves return behavior.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engineering time for per-user progress, review scheduling, and reporting.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support from partners willing to use the feature seriously once a pilot exists.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554480"/>
            <a:ext cx="2834640" cy="2194560"/>
          </a:xfrm>
          <a:prstGeom prst="roundRect">
            <a:avLst>
              <a:gd name="adj" fmla="val 3333"/>
            </a:avLst>
          </a:prstGeom>
          <a:solidFill>
            <a:srgbClr val="FFF7E8"/>
          </a:solidFill>
          <a:ln w="12700">
            <a:solidFill>
              <a:srgbClr val="D8A2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94192" y="170078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2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Buy-In Options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94192" y="2084832"/>
            <a:ext cx="2505456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can mean cash, pilot access, real student testing, or implementation sponsorship.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 like this becomes credible when partners help validate the real-world use case.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Responsible Rollout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rollout is staged and evidence-based.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543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validate the problem and partner interest.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2: build per-user review foundations and a basic due-now experience.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3: test with a small pilot group and measure return and retention behavior.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4: decide whether to expand into broader ministry-facing reporting and workflows.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600200"/>
            <a:ext cx="2788920" cy="2331720"/>
          </a:xfrm>
          <a:prstGeom prst="roundRect">
            <a:avLst>
              <a:gd name="adj" fmla="val 3137"/>
            </a:avLst>
          </a:prstGeom>
          <a:solidFill>
            <a:srgbClr val="DCEAF7"/>
          </a:solidFill>
          <a:ln w="12700">
            <a:solidFill>
              <a:srgbClr val="2F5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94192" y="1746504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Avoid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94192" y="2130552"/>
            <a:ext cx="2459736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avoid spending heavily on a sophisticated review engine before proving people actually want and will use it.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 is intentionally staged so commitment can grow with evidence.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this vision resonates, we are asking for concrete buy-in rather than vague encouragement.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us whether this would solve a real discipleship or classroom problem for you.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to pilot testing if a first version is built.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sponsoring part of the design, engineering, or evaluation work.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us define success in ministry terms, not just product terms.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83880" y="1508760"/>
            <a:ext cx="2971800" cy="2468880"/>
          </a:xfrm>
          <a:prstGeom prst="roundRect">
            <a:avLst>
              <a:gd name="adj" fmla="val 2963"/>
            </a:avLst>
          </a:prstGeom>
          <a:solidFill>
            <a:srgbClr val="EEF5EC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8472" y="1655064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Frame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48472" y="2039112"/>
            <a:ext cx="2642616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there is real partner demand, this becomes a justified roadmap investment. If not, it should stay a concept.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alignment and validation, not pressure.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Review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E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 worth building only if it helps people return to Scripture more faithfully and more often.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75120" y="1188720"/>
            <a:ext cx="4206240" cy="2926080"/>
          </a:xfrm>
          <a:prstGeom prst="round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5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 which partners are willing to validate, pilot, or sponsor this direction.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DCGame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Scripture Review System Buy-In</dc:title>
  <dc:subject>Future review system buy-in presentation</dc:subject>
  <dc:creator>OpenAI Codex</dc:creator>
  <cp:lastModifiedBy>OpenAI Codex</cp:lastModifiedBy>
  <cp:revision>1</cp:revision>
  <dcterms:created xsi:type="dcterms:W3CDTF">2026-03-31T00:34:27Z</dcterms:created>
  <dcterms:modified xsi:type="dcterms:W3CDTF">2026-03-31T00:34:27Z</dcterms:modified>
</cp:coreProperties>
</file>