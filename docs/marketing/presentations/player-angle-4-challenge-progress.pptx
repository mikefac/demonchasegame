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sebattles_challenge_progress_theme_17721732497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858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VerseBattles: Mission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 You Ready for the Challenge?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Casual play is fun...</a:t>
            </a:r>
          </a:p>
          <a:p>
            <a:r>
              <a:t>But some players want MORE:</a:t>
            </a:r>
          </a:p>
          <a:p>
            <a:r>
              <a:t>- ⚔️ Tougher demons</a:t>
            </a:r>
          </a:p>
          <a:p>
            <a:r>
              <a:t>- 🧠 Harder quizzes</a:t>
            </a:r>
          </a:p>
          <a:p>
            <a:r>
              <a:t>- ⭐ Perfect scores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 You Ready for the Challenge?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🏆 Leaderboard glory</a:t>
            </a:r>
          </a:p>
          <a:p>
            <a:r>
              <a:t>We've got you covered.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📖 3 Chapters. 6 Missions. Endless Glory.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Chapter 1: The Awakening</a:t>
            </a:r>
          </a:p>
          <a:p>
            <a:r>
              <a:t>- Mission 1: First Steps</a:t>
            </a:r>
          </a:p>
          <a:p>
            <a:r>
              <a:t>- Mission 2: Finding Faith</a:t>
            </a:r>
          </a:p>
          <a:p>
            <a:r>
              <a:t>Chapter 2: The Journey</a:t>
            </a:r>
          </a:p>
          <a:p>
            <a:r>
              <a:t>- Mission 3: Overcoming Fear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📖 3 Chapters. 6 Missions. Endless Glory.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Mission 4: Walking in Love</a:t>
            </a:r>
          </a:p>
          <a:p>
            <a:r>
              <a:t>Chapter 3: The Final Battle</a:t>
            </a:r>
          </a:p>
          <a:p>
            <a:r>
              <a:t>- Mission 5: Standing Strong</a:t>
            </a:r>
          </a:p>
          <a:p>
            <a:r>
              <a:t>- Mission 6: Victory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⭐⭐⭐ Master Every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earn stars:</a:t>
            </a:r>
          </a:p>
          <a:p>
            <a:r>
              <a:t>- ⭐ Complete the mission</a:t>
            </a:r>
          </a:p>
          <a:p>
            <a:r>
              <a:t>- ⭐⭐ Complete with few mistakes</a:t>
            </a:r>
          </a:p>
          <a:p>
            <a:r>
              <a:t>- ⭐⭐⭐ Complete perfectly</a:t>
            </a:r>
          </a:p>
          <a:p>
            <a:r>
              <a:t>Replay any mission to improve your rating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🎚️ Three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Easy Mode</a:t>
            </a:r>
          </a:p>
          <a:p>
            <a:r>
              <a:t>- Weak monsters</a:t>
            </a:r>
          </a:p>
          <a:p>
            <a:r>
              <a:t>- Simple quizzes</a:t>
            </a:r>
          </a:p>
          <a:p>
            <a:r>
              <a:t>- Perfect for beginners</a:t>
            </a:r>
          </a:p>
          <a:p>
            <a:r>
              <a:t>Normal Mode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🎚️ Three Settings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Balanced challenge</a:t>
            </a:r>
          </a:p>
          <a:p>
            <a:r>
              <a:t>- Mixed quiz types</a:t>
            </a:r>
          </a:p>
          <a:p>
            <a:r>
              <a:t>- Good for regular players</a:t>
            </a:r>
          </a:p>
          <a:p>
            <a:r>
              <a:t>Hard Mode</a:t>
            </a:r>
          </a:p>
          <a:p>
            <a:r>
              <a:t>- Aggressive demons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🎚️ Three Settings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Hard quizzes only</a:t>
            </a:r>
          </a:p>
          <a:p>
            <a:r>
              <a:t>- For serious warriors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Customize Your Quiz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Adjust the mix of 5 quiz modes:</a:t>
            </a:r>
          </a:p>
          <a:p>
            <a:r>
              <a:t>- First Letter 🔤</a:t>
            </a:r>
          </a:p>
          <a:p>
            <a:r>
              <a:t>- Missing Word 📝</a:t>
            </a:r>
          </a:p>
          <a:p>
            <a:r>
              <a:t>- Category Match 🏷️</a:t>
            </a:r>
          </a:p>
          <a:p>
            <a:r>
              <a:t>- True/False ✅</a:t>
            </a:r>
          </a:p>
        </p:txBody>
      </p:sp>
      <p:pic>
        <p:nvPicPr>
          <p:cNvPr id="4" name="Picture 3" descr="quiz_mode_icons_set_1772179419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Customize Your Quiz Balance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Cloze 🎯</a:t>
            </a:r>
          </a:p>
          <a:p>
            <a:r>
              <a:t>Presets:</a:t>
            </a:r>
          </a:p>
          <a:p>
            <a:r>
              <a:t>- Easy Quizzes more True/False</a:t>
            </a:r>
          </a:p>
          <a:p>
            <a:r>
              <a:t>- Balanced mix of all</a:t>
            </a:r>
          </a:p>
          <a:p>
            <a:r>
              <a:t>- Hard Quizzes more First Letter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🗺️ Different Dungeon Layouts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🏰 Classic Dungeon - Traditional maze</a:t>
            </a:r>
          </a:p>
          <a:p>
            <a:r>
              <a:t>- 🧱 Narrow Paths - Tight corridors</a:t>
            </a:r>
          </a:p>
          <a:p>
            <a:r>
              <a:t>- 🕸️ Complex Labyrinth - Getting lost is easy</a:t>
            </a:r>
          </a:p>
          <a:p>
            <a:r>
              <a:t>- 🌾 Open Plains - Lots of space</a:t>
            </a:r>
          </a:p>
          <a:p>
            <a:r>
              <a:t>- 🏙️ Grid City - Urban warfare</a:t>
            </a:r>
          </a:p>
        </p:txBody>
      </p:sp>
      <p:pic>
        <p:nvPicPr>
          <p:cNvPr id="4" name="Picture 3" descr="map_style_grid_city_labyrinth_1772179434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🗺️ Different Dungeon Layouts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the map. Change the strategy.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Race Against Friends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Create a room:</a:t>
            </a:r>
          </a:p>
          <a:p>
            <a:r>
              <a:t>1. Choose mission</a:t>
            </a:r>
          </a:p>
          <a:p>
            <a:r>
              <a:t>2. Set difficulty</a:t>
            </a:r>
          </a:p>
          <a:p>
            <a:r>
              <a:t>3. Invite friends</a:t>
            </a:r>
          </a:p>
          <a:p>
            <a:r>
              <a:t>4. See who scores highest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Race Against Friends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stats:</a:t>
            </a:r>
          </a:p>
          <a:p>
            <a:r>
              <a:t>- Questions answered</a:t>
            </a:r>
          </a:p>
          <a:p>
            <a:r>
              <a:t>- Accuracy rate</a:t>
            </a:r>
          </a:p>
          <a:p>
            <a:r>
              <a:t>- Demons defeated</a:t>
            </a:r>
          </a:p>
          <a:p>
            <a:r>
              <a:t>- Time to complete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Personal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📈 Win/loss ratio</a:t>
            </a:r>
          </a:p>
          <a:p>
            <a:r>
              <a:t>- 📝 Quiz accuracy by type</a:t>
            </a:r>
          </a:p>
          <a:p>
            <a:r>
              <a:t>- 🦸 Demons defeated</a:t>
            </a:r>
          </a:p>
          <a:p>
            <a:r>
              <a:t>- ⏱️ Best times</a:t>
            </a:r>
          </a:p>
          <a:p>
            <a:r>
              <a:t>- 🎯 Streak days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Personal Dashboard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faith journey, measured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🏅 Unlock Rewards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- First Blood - Defeat your first demon</a:t>
            </a:r>
          </a:p>
          <a:p>
            <a:r>
              <a:t>- Scripture Scholar - Answer 100 questions</a:t>
            </a:r>
          </a:p>
          <a:p>
            <a:r>
              <a:t>- Star Collector - Earn 3 stars on all missions</a:t>
            </a:r>
          </a:p>
          <a:p>
            <a:r>
              <a:t>- Streak Master - 7-day learning streak</a:t>
            </a:r>
          </a:p>
          <a:p>
            <a:r>
              <a:t>- And many more</a:t>
            </a:r>
          </a:p>
        </p:txBody>
      </p:sp>
      <p:pic>
        <p:nvPicPr>
          <p:cNvPr id="4" name="Picture 3" descr="demon_portrait_fear_1772179292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💪 What It 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To 3-star Hard Mode:</a:t>
            </a:r>
          </a:p>
          <a:p>
            <a:r>
              <a:t>- ✅ Know your verses</a:t>
            </a:r>
          </a:p>
          <a:p>
            <a:r>
              <a:t>- ✅ Quick reflexes</a:t>
            </a:r>
          </a:p>
          <a:p>
            <a:r>
              <a:t>- ✅ Strategic power-up use</a:t>
            </a:r>
          </a:p>
          <a:p>
            <a:r>
              <a:t>- ✅ Calm under pressure</a:t>
            </a:r>
          </a:p>
        </p:txBody>
      </p:sp>
      <p:pic>
        <p:nvPicPr>
          <p:cNvPr id="4" name="Picture 3" descr="quiz_mode_icons_set_1772179419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💪 What It Takes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you achieve perfection?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🌐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account needed. Start competing today.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Play at Versebattles.com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&gt; "I can do all things through Christ who strengthens me."</a:t>
            </a:r>
          </a:p>
          <a:p>
            <a:r>
              <a:t>&gt; — Philippians 4:13</a:t>
            </a:r>
          </a:p>
          <a:p>
            <a:r>
              <a:t>Every challenge in VerseBattles prepares you for life's real battles.</a:t>
            </a:r>
          </a:p>
        </p:txBody>
      </p:sp>
      <p:pic>
        <p:nvPicPr>
          <p:cNvPr id="4" name="Picture 3" descr="landing_page_177217119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0" cy="1837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