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sebattles_family_community_theme_1772173263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VerseBattles: Multiplayer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Scripture a Family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time is precious.</a:t>
            </a:r>
          </a:p>
          <a:p>
            <a:r>
              <a:t>But finding activities everyone enjoys?</a:t>
            </a:r>
          </a:p>
          <a:p>
            <a:r>
              <a:t>- 📺 Watching TV is passive</a:t>
            </a:r>
          </a:p>
          <a:p>
            <a:r>
              <a:t>- 🎮 Gaming can feel unproductive</a:t>
            </a:r>
          </a:p>
          <a:p>
            <a:r>
              <a:t>- 📖 Bible study can feel like homework</a:t>
            </a:r>
          </a:p>
          <a:p>
            <a:r>
              <a:t>What if faith-building could be FUN for the whole family?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Multiplayer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Up to 4 players can join one game</a:t>
            </a:r>
          </a:p>
          <a:p>
            <a:r>
              <a:t>How it works:</a:t>
            </a:r>
          </a:p>
          <a:p>
            <a:r>
              <a:t>1. One player creates a room</a:t>
            </a:r>
          </a:p>
          <a:p>
            <a:r>
              <a:t>2. Friends/family join via code</a:t>
            </a:r>
          </a:p>
          <a:p>
            <a:r>
              <a:t>3. Everyone fights demons together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Multiplayer Mode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Compete or cooperate - your choice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👴👵 Grandparents Love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🎮 Action-packed gameplay</a:t>
            </a:r>
          </a:p>
          <a:p>
            <a:r>
              <a:t>- 🦸 Be the hero</a:t>
            </a:r>
          </a:p>
          <a:p>
            <a:r>
              <a:t>- 🎨 Fun graphics</a:t>
            </a:r>
          </a:p>
          <a:p>
            <a:r>
              <a:t>- 😄 Laughs and excitement</a:t>
            </a:r>
          </a:p>
          <a:p>
            <a:r>
              <a:t>- 📖 Actually learn verses</a:t>
            </a:r>
          </a:p>
          <a:p>
            <a:r>
              <a:t>- 🧠 Challenge themselves</a:t>
            </a:r>
          </a:p>
          <a:p>
            <a:r>
              <a:t>- 😌 Relax and have fun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👴👵 Grandparents Love It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🙏 Spiritual growth</a:t>
            </a:r>
          </a:p>
          <a:p>
            <a:r>
              <a:t>- 📱 Easy to play</a:t>
            </a:r>
          </a:p>
          <a:p>
            <a:r>
              <a:t>- 🧘 No stress</a:t>
            </a:r>
          </a:p>
          <a:p>
            <a:r>
              <a:t>- 📖 Hear familiar verses</a:t>
            </a:r>
          </a:p>
          <a:p>
            <a:r>
              <a:t>- 💕 Quality time with grandkids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🎉 Replace Game Night with VerseBattles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of:</a:t>
            </a:r>
          </a:p>
          <a:p>
            <a:r>
              <a:t>- ❌ Monopoly arguments</a:t>
            </a:r>
          </a:p>
          <a:p>
            <a:r>
              <a:t>- ❌ Video games violent/mindless</a:t>
            </a:r>
          </a:p>
          <a:p>
            <a:r>
              <a:t>- ❌ Boring board games</a:t>
            </a:r>
          </a:p>
          <a:p>
            <a:r>
              <a:t>Try:</a:t>
            </a:r>
          </a:p>
          <a:p>
            <a:r>
              <a:t>- ✅ VerseBattles</a:t>
            </a:r>
          </a:p>
          <a:p>
            <a:r>
              <a:t>- ✅ Everyone participates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🎉 Replace Game Night with VerseBattles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✅ Learning happens naturally</a:t>
            </a:r>
          </a:p>
          <a:p>
            <a:r>
              <a:t>- ✅ Memories are made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🏕️ Youth Group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for:</a:t>
            </a:r>
          </a:p>
          <a:p>
            <a:r>
              <a:t>- ☕ Hangout time</a:t>
            </a:r>
          </a:p>
          <a:p>
            <a:r>
              <a:t>- 🎄 Special events</a:t>
            </a:r>
          </a:p>
          <a:p>
            <a:r>
              <a:t>- 📅 Weekly programming</a:t>
            </a:r>
          </a:p>
          <a:p>
            <a:r>
              <a:t>- 🏕️ Retreats</a:t>
            </a:r>
          </a:p>
          <a:p>
            <a:r>
              <a:t>- Mission trips</a:t>
            </a:r>
          </a:p>
          <a:p>
            <a:r>
              <a:t>Get youth engaged with Scripture in a way they actually enjoy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Leaderboards (Coming Soon)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leaderboards:</a:t>
            </a:r>
          </a:p>
          <a:p>
            <a:r>
              <a:t>- See who knows the most verses</a:t>
            </a:r>
          </a:p>
          <a:p>
            <a:r>
              <a:t>- Track improvement over time</a:t>
            </a:r>
          </a:p>
          <a:p>
            <a:r>
              <a:t>- Celebrate achievements together</a:t>
            </a:r>
          </a:p>
          <a:p>
            <a:r>
              <a:t>Small group challenges:</a:t>
            </a:r>
          </a:p>
          <a:p>
            <a:r>
              <a:t>- Compete between Bible study groups</a:t>
            </a:r>
          </a:p>
          <a:p>
            <a:r>
              <a:t>- Church-wide tournaments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Leaderboards (Coming Soon)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Youth vs. Adults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1. Create Room</a:t>
            </a:r>
          </a:p>
          <a:p>
            <a:r>
              <a:t>- Pick mission/difficulty</a:t>
            </a:r>
          </a:p>
          <a:p>
            <a:r>
              <a:t>- Set quiz balance</a:t>
            </a:r>
          </a:p>
          <a:p>
            <a:r>
              <a:t>- Choose map style</a:t>
            </a:r>
          </a:p>
          <a:p>
            <a:r>
              <a:t>2. Invite Players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by Step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Share room code</a:t>
            </a:r>
          </a:p>
          <a:p>
            <a:r>
              <a:t>- Or join existing room</a:t>
            </a:r>
          </a:p>
          <a:p>
            <a:r>
              <a:t>3. Start Game</a:t>
            </a:r>
          </a:p>
          <a:p>
            <a:r>
              <a:t>- Everyone plays together</a:t>
            </a:r>
          </a:p>
          <a:p>
            <a:r>
              <a:t>- Answer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by Step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Defeat demons</a:t>
            </a:r>
          </a:p>
          <a:p>
            <a:r>
              <a:t>4. See Results</a:t>
            </a:r>
          </a:p>
          <a:p>
            <a:r>
              <a:t>- Compare scores</a:t>
            </a:r>
          </a:p>
          <a:p>
            <a:r>
              <a:t>- Learn together</a:t>
            </a:r>
          </a:p>
          <a:p>
            <a:r>
              <a:t>- Play again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🏛️ Discipleship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for:</a:t>
            </a:r>
          </a:p>
          <a:p>
            <a:r>
              <a:t>- 📚 Sunday school enhancement</a:t>
            </a:r>
          </a:p>
          <a:p>
            <a:r>
              <a:t>- 🧒 Youth group programming</a:t>
            </a:r>
          </a:p>
          <a:p>
            <a:r>
              <a:t>- 👨‍👩‍👧‍👦 Family ministry</a:t>
            </a:r>
          </a:p>
          <a:p>
            <a:r>
              <a:t>- 📖 Small groups</a:t>
            </a:r>
          </a:p>
          <a:p>
            <a:r>
              <a:t>- 🏕️ VBS / camps</a:t>
            </a:r>
          </a:p>
          <a:p>
            <a:r>
              <a:t>- Mission trip prep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🏛️ Discipleship Tool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Makes Scripture memorization exciting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💬 Talk About What You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playing:</a:t>
            </a:r>
          </a:p>
          <a:p>
            <a:r>
              <a:t>- 🤔 What verse was hardest?</a:t>
            </a:r>
          </a:p>
          <a:p>
            <a:r>
              <a:t>- 📝 Which did you remember?</a:t>
            </a:r>
          </a:p>
          <a:p>
            <a:r>
              <a:t>- 🙏 How does this verse apply to your life?</a:t>
            </a:r>
          </a:p>
          <a:p>
            <a:r>
              <a:t>- 📖 Read the verse in context together</a:t>
            </a:r>
          </a:p>
          <a:p>
            <a:r>
              <a:t>Game sparks conversations. Conversations build faith.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downloads. No accounts. Just play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👨‍👩‍👧‍👦 Play together at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&gt; "Train up a child in the way he should go, and when he is old he will not depart from it."</a:t>
            </a:r>
          </a:p>
          <a:p>
            <a:r>
              <a:t>&gt; — Proverbs 22:6</a:t>
            </a:r>
          </a:p>
          <a:p>
            <a:r>
              <a:t>Make Scripture part of your family's story.</a:t>
            </a:r>
          </a:p>
        </p:txBody>
      </p:sp>
      <p:pic>
        <p:nvPicPr>
          <p:cNvPr id="4" name="Picture 3" descr="landing_page_177217119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83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