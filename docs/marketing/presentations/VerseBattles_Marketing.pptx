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ersebattles_title_background_17721718072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858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FFFFFF"/>
                </a:solidFill>
              </a:defRPr>
            </a:pPr>
            <a:r>
              <a:t>VerseBattles: Demon Chase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Challenge: Scripture Retention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- 3+ Billion gamers spend hours playing daily.</a:t>
            </a:r>
          </a:p>
          <a:p>
            <a:r>
              <a:t>- Most Christians struggle to remember Scripture long-term.</a:t>
            </a:r>
          </a:p>
          <a:p>
            <a:r>
              <a:t>- Passive reading has limits; engagement is key to discipleship.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spiritual_warfare_light_vs_dark_17721718205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The Solution: VerseBattles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Action-Packed Scripture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Fight demons (Fear, Doubt, Condemnation) by answering Bible quizzes to earn ammo and deal damage.</a:t>
            </a:r>
          </a:p>
        </p:txBody>
      </p:sp>
      <p:pic>
        <p:nvPicPr>
          <p:cNvPr id="4" name="Picture 3" descr="gameplay_action_17721716578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753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5 Procedurally generated maps</a:t>
            </a:r>
          </a:p>
          <a:p>
            <a:r>
              <a:t>• 18 Demon types with special abilities</a:t>
            </a:r>
          </a:p>
          <a:p>
            <a:r>
              <a:t>• 5 Quiz modes (First Letter, Cloze, etc.)</a:t>
            </a:r>
          </a:p>
          <a:p>
            <a:r>
              <a:t>• Multiplayer &amp; Offline modes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Global Discipleship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Scalable: No physical materials, works on smartphones.</a:t>
            </a:r>
          </a:p>
          <a:p>
            <a:r>
              <a:t>• Localizable: Easily translated to any language.</a:t>
            </a:r>
          </a:p>
          <a:p>
            <a:r>
              <a:t>• Offline-First: Works in low-bandwidth or restricted areas.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Empowering Local Pastors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Sunday School warm-ups &amp; Youth Group challenges.</a:t>
            </a:r>
          </a:p>
          <a:p>
            <a:r>
              <a:t>• Sermon reinforcement via custom verse lists.</a:t>
            </a:r>
          </a:p>
          <a:p>
            <a:r>
              <a:t>• New believer follow-up &amp; family devotions.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Vision for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🌳 Skill Trees &amp; Progression</a:t>
            </a:r>
          </a:p>
          <a:p>
            <a:r>
              <a:t>• 🔥 Daily Rewards &amp; Streaks</a:t>
            </a:r>
          </a:p>
          <a:p>
            <a:r>
              <a:t>• 📦 Spaced Repetition (Science-backed memory)</a:t>
            </a:r>
          </a:p>
          <a:p>
            <a:r>
              <a:t>• 👥 Cooperative Study Groups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landing_page_17721711949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36753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000"/>
            </a:pPr>
            <a:r>
              <a:t>Try VerseBattles Today!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