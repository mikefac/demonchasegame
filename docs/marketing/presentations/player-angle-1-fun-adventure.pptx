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sebattles_title_background_1772171807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858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VerseBattles: Demon Chase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Spiritual Journey Starts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You're a warrior in a dark dungeon.</a:t>
            </a:r>
          </a:p>
          <a:p>
            <a:r>
              <a:t>Demons lurk in every shadow:</a:t>
            </a:r>
          </a:p>
          <a:p>
            <a:r>
              <a:t>- 😱 Fear - attacks when you doubt</a:t>
            </a:r>
          </a:p>
          <a:p>
            <a:r>
              <a:t>- 🤔 Doubt - clouds your mind</a:t>
            </a:r>
          </a:p>
          <a:p>
            <a:r>
              <a:t>- ⚖️ Condemnation - weighs you down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Spiritual Journey Starts Here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😤 Anger - fuels chaos</a:t>
            </a:r>
          </a:p>
          <a:p>
            <a:r>
              <a:t>- 😇 Pride - blinds your path</a:t>
            </a:r>
          </a:p>
          <a:p>
            <a:r>
              <a:t>Your weapon? The Word of God.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Level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When a demon approaches, answer Bible verse questions to earn ammo.</a:t>
            </a:r>
          </a:p>
          <a:p>
            <a:r>
              <a:t>Each correct answer = 1 bullet. Miss, and you leave yourself vulnerable</a:t>
            </a:r>
          </a:p>
          <a:p>
            <a:r>
              <a:t>Earn XP from correct answers. Level up to:</a:t>
            </a:r>
          </a:p>
          <a:p>
            <a:r>
              <a:t>- More health</a:t>
            </a:r>
          </a:p>
          <a:p>
            <a:r>
              <a:t>- Stronger attacks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Level Up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Unlock new 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🛡️ Power-Ups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First Letter - Type the first letter of missing words</a:t>
            </a:r>
          </a:p>
          <a:p>
            <a:r>
              <a:t>- Missing Word - Fill in the complete verse</a:t>
            </a:r>
          </a:p>
          <a:p>
            <a:r>
              <a:t>- Category Match - Match verses to their books</a:t>
            </a:r>
          </a:p>
          <a:p>
            <a:r>
              <a:t>- True/False - Verify verse accuracy</a:t>
            </a:r>
          </a:p>
          <a:p>
            <a:r>
              <a:t>- Cloze - Complete partial verses</a:t>
            </a:r>
          </a:p>
        </p:txBody>
      </p:sp>
      <p:pic>
        <p:nvPicPr>
          <p:cNvPr id="4" name="Picture 3" descr="powerup_sword_spirit_17721793248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🛡️ Power-Ups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💚 Healing - Restore health</a:t>
            </a:r>
          </a:p>
          <a:p>
            <a:r>
              <a:t>- 🛡️ Shield - Temporary invincibility</a:t>
            </a:r>
          </a:p>
          <a:p>
            <a:r>
              <a:t>- ⚔️ Sword of the Spirit - Double damage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⭐ Mission 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Chapter 1: The Awakening - Learn the basics</a:t>
            </a:r>
          </a:p>
          <a:p>
            <a:r>
              <a:t>- Chapter 2: The Journey - Face tougher demons</a:t>
            </a:r>
          </a:p>
          <a:p>
            <a:r>
              <a:t>- Chapter 3: The Final Battle - Conquer your deepest struggles</a:t>
            </a:r>
          </a:p>
          <a:p>
            <a:r>
              <a:t>- Complete missions to earn 1-3 stars</a:t>
            </a:r>
          </a:p>
          <a:p>
            <a:r>
              <a:t>- Replay to improve your rating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⭐ Mission Stars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Show off your mastery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🎚️ Difficulty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Desktop or mobile browser</a:t>
            </a:r>
          </a:p>
          <a:p>
            <a:r>
              <a:t>- No download required</a:t>
            </a:r>
          </a:p>
          <a:p>
            <a:r>
              <a:t>- Works offline for verse review</a:t>
            </a:r>
          </a:p>
          <a:p>
            <a:r>
              <a:t>- Play alone at your own pace</a:t>
            </a:r>
          </a:p>
          <a:p>
            <a:r>
              <a:t>- Or team up with friends and family</a:t>
            </a:r>
          </a:p>
        </p:txBody>
      </p:sp>
      <p:pic>
        <p:nvPicPr>
          <p:cNvPr id="4" name="Picture 3" descr="powerup_sword_spirit_17721793248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🎚️ Difficulty Settings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Easy - Weaker monsters, easier quizzes</a:t>
            </a:r>
          </a:p>
          <a:p>
            <a:r>
              <a:t>- Normal - Balanced challenge</a:t>
            </a:r>
          </a:p>
          <a:p>
            <a:r>
              <a:t>- Hard - Intense combat, harder quizzes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Players Love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 "Finally, a game that makes learning Bible verses fun"</a:t>
            </a:r>
          </a:p>
          <a:p>
            <a:r>
              <a:t>&gt; "My kids actually WANT to memorize Scripture now."</a:t>
            </a:r>
          </a:p>
          <a:p>
            <a:r>
              <a:t>&gt; "I never thought gaming could help me grow spiritually."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app store needed Just open your browser:</a:t>
            </a:r>
          </a:p>
          <a:p>
            <a:r>
              <a:t>It's free to 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Your Adventure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🗡️ Fight the demons</a:t>
            </a:r>
          </a:p>
          <a:p>
            <a:r>
              <a:t>📖 Learn the verses</a:t>
            </a:r>
          </a:p>
          <a:p>
            <a:r>
              <a:t>⚔️ Win the battle</a:t>
            </a:r>
          </a:p>
          <a:p>
            <a:r>
              <a:t>VerseBattles: Demon Chase</a:t>
            </a:r>
          </a:p>
          <a:p>
            <a:r>
              <a:t>Where faith meets fun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&gt; "Your word I have hidden in my heart, that I might not sin against You."</a:t>
            </a:r>
          </a:p>
          <a:p>
            <a:r>
              <a:t>&gt; — Psalm 119:11</a:t>
            </a:r>
          </a:p>
          <a:p>
            <a:r>
              <a:t>Hide God's Word in your heart. One verse at a time.</a:t>
            </a:r>
          </a:p>
        </p:txBody>
      </p:sp>
      <p:pic>
        <p:nvPicPr>
          <p:cNvPr id="4" name="Picture 3" descr="landing_page_177217119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1837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